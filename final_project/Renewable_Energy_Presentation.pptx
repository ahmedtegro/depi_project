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41148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22B4A"/>
                </a:solidFill>
                <a:latin typeface="Calibri"/>
              </a:rPr>
              <a:t>Data Science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286000"/>
            <a:ext cx="109728" cy="210312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9601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122B4A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114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44B55"/>
                </a:solidFill>
                <a:latin typeface="Calibri"/>
              </a:rPr>
              <a:t>Analyzing how solar and wind power output changes over time, and 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2120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Calibri"/>
              </a:rPr>
              <a:t>Team Leader: Ahmed Hossam Ahmed Abo Toggar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8448"/>
            <a:ext cx="12191695" cy="555955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82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44B55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9436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2B4A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9280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Solar and wind generation depend on weather, so their output rises and falls minute by minute and season by season.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These swings make grid balancing, storage sizing and energy trading harder and more costly.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Goal: measure, explain and forecast the fluctuation of solar and wind output using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Team Leader: Ahmed Hossam Ahmed Abo Toggar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8448"/>
            <a:ext cx="12191695" cy="555955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82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44B55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9436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2B4A"/>
                </a:solidFill>
                <a:latin typeface="Calibri"/>
              </a:rPr>
              <a:t>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9280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Quantify variability of solar and wind output (hourly, daily, seasonal).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Identify the weather drivers: irradiance, cloud cover, temperature, wind speed.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Compare solar vs. wind behaviour and how they complement each other.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4748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6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Build a baseline forecasting model and evaluate its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Team Leader: Ahmed Hossam Ahmed Abo Toggar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8448"/>
            <a:ext cx="12191695" cy="555955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82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44B55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9436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2B4A"/>
                </a:solidFill>
                <a:latin typeface="Calibri"/>
              </a:rPr>
              <a:t>Data &amp; Methodology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9280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Data: time-series of power output with weather variables (public energy and weather datasets).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Cleaning: handle missing values, outliers, timestamp alignment, unit consistency.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EDA: trends, seasonality, daily profiles, correlation with weather features.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4748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6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Modelling: baseline (persistence) vs. regression / tree-based / time-series models.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Team Leader: Ahmed Hossam Ahmed Abo Toggar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8448"/>
            <a:ext cx="12191695" cy="555955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82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44B55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9436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2B4A"/>
                </a:solidFill>
                <a:latin typeface="Calibri"/>
              </a:rPr>
              <a:t>Fluctuation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9280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Coefficient of variation and standard deviation of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Ramp rate: change in output between consecutive intervals.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Capacity factor and its variation by hour, day and month.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4748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6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Autocorrelation and spectral view of daily / seasonal cycles.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Team Leader: Ahmed Hossam Ahmed Abo Toggar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8448"/>
            <a:ext cx="12191695" cy="555955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82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44B55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9436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2B4A"/>
                </a:solidFill>
                <a:latin typeface="Calibri"/>
              </a:rPr>
              <a:t>Key Insights (Expected)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9280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Solar follows a strong daily cycle with sharp ramps at sunrise, sunset and cloud events.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Wind is less predictable hour to hour but stronger in specific seasons and at night.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Combining solar and wind smooths total output compared with either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4748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6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Weather features explain a large share of the variance in output.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Team Leader: Ahmed Hossam Ahmed Abo Toggar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8448"/>
            <a:ext cx="12191695" cy="555955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82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44B55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9436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2B4A"/>
                </a:solidFill>
                <a:latin typeface="Calibri"/>
              </a:rPr>
              <a:t>Tools &amp; Technologies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9280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Python: pandas, NumPy for processing; matplotlib / seaborn for visualization.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scikit-learn and statsmodels for modelling and evaluation.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Jupyter Notebook for analysis; GitHub for version control and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Team Leader: Ahmed Hossam Ahmed Abo Toggar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8448"/>
            <a:ext cx="12191695" cy="555955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82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44B55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9436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2B4A"/>
                </a:solidFill>
                <a:latin typeface="Calibri"/>
              </a:rPr>
              <a:t>Expected Deliverables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9280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Cleaned dataset and reproducible analysis notebook.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Visual dashboard of fluctuation patterns and ramp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Forecasting model with error metrics (MAE, RMSE).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4748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6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Project document, presentation and demo video.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Team Leader: Ahmed Hossam Ahmed Abo Toggar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8448"/>
            <a:ext cx="12191695" cy="5559552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82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44B55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9436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2B4A"/>
                </a:solidFill>
                <a:latin typeface="Calibri"/>
              </a:rPr>
              <a:t>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9280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Understanding output fluctuation is key to a reliable, renewable-powered grid.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4436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Data analysis and forecasting reduce balancing cost and support storage planning.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10149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22B4A"/>
                </a:solidFill>
                <a:latin typeface="Calibri"/>
              </a:rPr>
              <a:t>Next steps: extend to more sites, finer time resolution and advanced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B55"/>
                </a:solidFill>
                <a:latin typeface="Calibri"/>
              </a:rPr>
              <a:t>Team Leader: Ahmed Hossam Ahmed Abo Toggar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444B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8448"/>
            <a:ext cx="12191695" cy="5559552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"/>
            <a:ext cx="1051560" cy="1051560"/>
          </a:xfrm>
          <a:prstGeom prst="rect">
            <a:avLst/>
          </a:prstGeom>
        </p:spPr>
      </p:pic>
      <p:pic>
        <p:nvPicPr>
          <p:cNvPr id="6" name="Picture 5" descr="row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109728"/>
            <a:ext cx="1056254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8288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44B55"/>
                </a:solidFill>
                <a:latin typeface="Calibri"/>
              </a:rPr>
              <a:t>Renewable Energy (Solar/Wind) Output Fluctuation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9436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22B4A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F2A900"/>
                </a:solidFill>
                <a:latin typeface="Calibri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DE6EE"/>
                </a:solidFill>
                <a:latin typeface="Calibri"/>
              </a:rPr>
              <a:t>Team Leader: Ahmed Hossam Ahmed Abo Toggar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